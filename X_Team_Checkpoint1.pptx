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 i="0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X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88888"/>
                </a:solidFill>
                <a:latin typeface="Calibri"/>
              </a:defRPr>
            </a:pPr>
            <a:r>
              <a:t>Checkpoint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Meet the Team</a:t>
            </a:r>
          </a:p>
        </p:txBody>
      </p:sp>
      <p:sp>
        <p:nvSpPr>
          <p:cNvPr id="4" name="Oval 3"/>
          <p:cNvSpPr/>
          <p:nvPr/>
        </p:nvSpPr>
        <p:spPr>
          <a:xfrm>
            <a:off x="2286000" y="2011680"/>
            <a:ext cx="1645920" cy="1645920"/>
          </a:xfrm>
          <a:prstGeom prst="ellipse">
            <a:avLst/>
          </a:prstGeom>
          <a:solidFill>
            <a:srgbClr val="333333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Daria Meshcheriakova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011680"/>
            <a:ext cx="1645920" cy="1645920"/>
          </a:xfrm>
          <a:prstGeom prst="ellipse">
            <a:avLst/>
          </a:prstGeom>
          <a:solidFill>
            <a:srgbClr val="333333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Megan Weiss</a:t>
            </a:r>
          </a:p>
        </p:txBody>
      </p:sp>
      <p:sp>
        <p:nvSpPr>
          <p:cNvPr id="8" name="Oval 7"/>
          <p:cNvSpPr/>
          <p:nvPr/>
        </p:nvSpPr>
        <p:spPr>
          <a:xfrm>
            <a:off x="8138160" y="2011680"/>
            <a:ext cx="1645920" cy="1645920"/>
          </a:xfrm>
          <a:prstGeom prst="ellipse">
            <a:avLst/>
          </a:prstGeom>
          <a:solidFill>
            <a:srgbClr val="333333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Amy Wang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4572000"/>
            <a:ext cx="1645920" cy="1645920"/>
          </a:xfrm>
          <a:prstGeom prst="ellipse">
            <a:avLst/>
          </a:prstGeom>
          <a:solidFill>
            <a:srgbClr val="333333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6400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Dhruv Sawhney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4572000"/>
            <a:ext cx="1645920" cy="1645920"/>
          </a:xfrm>
          <a:prstGeom prst="ellipse">
            <a:avLst/>
          </a:prstGeom>
          <a:solidFill>
            <a:srgbClr val="333333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6400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Nipun Chandra Surnilla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What Have We Done?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3108960" cy="3200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888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Pain Point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We interacted with the app for 30+ minutes to find usability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108960" cy="3200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888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User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840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We interviewed 11 participants and conducted web scraping.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86000"/>
            <a:ext cx="3108960" cy="3200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888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Personas &amp; Journeys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840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We synthesized the data into personas and journey 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PHASE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Pain Point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88888"/>
                </a:solidFill>
                <a:latin typeface="Calibri"/>
              </a:defRPr>
            </a:pPr>
            <a:r>
              <a:t>We used the app for 30+ minutes per screen to document usability issues.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286000"/>
            <a:ext cx="2560320" cy="38404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309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Home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286000"/>
            <a:ext cx="2560320" cy="38404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6309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2560320" cy="38404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6309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Competitor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194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Reddit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Community-driven forum with subreddits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Strong moderation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Threaded discussions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00400" cy="2194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Threads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Text-based social by 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Instagram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Cleaner, ad-light feed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00400" cy="2194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Mastodon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Decentralized, open-source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Chronological feed, no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User-owned servers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3200400" cy="2194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Bluesky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Open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32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Custom feeds for curation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943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Transparent moderation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389120"/>
            <a:ext cx="3200400" cy="219456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572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Discord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Server-based communities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532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Voice, video &amp; live interaction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943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• Role-based permissions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PHASE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User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Consolas"/>
              </a:defRPr>
            </a:pPr>
            <a:r>
              <a:t>PARTICIPANTS INTERVIEWED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Consolas"/>
              </a:defRPr>
            </a:pPr>
            <a:r>
              <a:t>PLATFORM COMMENTS SCRAPED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Consolas"/>
              </a:defRPr>
            </a:pPr>
            <a:r>
              <a:t>UNIQUE ISSUES IDENTIFIED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onsolas"/>
              </a:defRPr>
            </a:pPr>
            <a:r>
              <a:t>  QUALITATIVE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User Interviews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Feature Overload &amp; Clutter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"There were just a lot of symbols and buttons, too much."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Grok Forced Into the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"Finding the Grok button was not easy, and he hates the feature."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Lists &amp; Navigation 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"I don't know what are the lists?? Like I have been using that, or wow, I haven't seen communities, what is studio lab??"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onsolas"/>
              </a:defRPr>
            </a:pPr>
            <a:r>
              <a:t>  DATA MINING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Web Scraping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Long Posts Load a New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CCCCC"/>
                </a:solidFill>
                <a:latin typeface="Calibri"/>
              </a:defRPr>
            </a:pPr>
            <a:r>
              <a:t>"The worst problem are posts that are long that require you to click 'more' to see the rest of the post..."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— @sadiporter2966 · YouTube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98480" cy="914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Notifications Have No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CCCCC"/>
                </a:solidFill>
                <a:latin typeface="Calibri"/>
              </a:defRPr>
            </a:pPr>
            <a:r>
              <a:t>"All types of notifications are grouped together in the same menu…"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— @Stake2_ · YouTube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914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Like Button &amp; Icons Too Small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CCCCC"/>
                </a:solidFill>
                <a:latin typeface="Calibri"/>
              </a:defRPr>
            </a:pPr>
            <a:r>
              <a:t>"One of the things I hate in the X redesigns is the like button and all's size being decreased..."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— @_DreamzGaming · YouTube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79"/>
            <a:ext cx="10698480" cy="914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19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No Search Within Liked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CCCCC"/>
                </a:solidFill>
                <a:latin typeface="Calibri"/>
              </a:defRPr>
            </a:pPr>
            <a:r>
              <a:t>"One thing that I really hate is that we can't search on our liked posts..."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— @_EDM11 · YouTube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23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Left Sidebar Still Overcrowded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943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CCCCC"/>
                </a:solidFill>
                <a:latin typeface="Calibri"/>
              </a:defRPr>
            </a:pPr>
            <a:r>
              <a:t>"The left side menu is still too crowded, the settings menu as well."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— @DeanMMJ · YouTube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Persona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50292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1371600" cy="1371600"/>
          </a:xfrm>
          <a:prstGeom prst="ellipse">
            <a:avLst/>
          </a:prstGeom>
          <a:solidFill>
            <a:srgbClr val="44444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Sporty Sarah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27 · Sports Marketing · Chicago, 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Interests: Sports, Pop Culture, Politics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Sarah was born and raised in Chicago, and attended UIUC for college. She loves everything sports-related, and works in Social Media marketing for the Chicago Cubs. She creates posts on X for work, but also loves to use it for personal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Calibri"/>
              </a:defRPr>
            </a:pPr>
            <a:r>
              <a:t>• Too many unnecessary or confusing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Calibri"/>
              </a:defRPr>
            </a:pPr>
            <a:r>
              <a:t>• Grok/AI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Calibri"/>
              </a:defRPr>
            </a:pPr>
            <a:r>
              <a:t>• Doesn't understand difference between lists and communities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DE80"/>
                </a:solidFill>
                <a:latin typeface="Calibri"/>
              </a:defRPr>
            </a:pPr>
            <a:r>
              <a:t>• Easy to quickly 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DE80"/>
                </a:solidFill>
                <a:latin typeface="Calibri"/>
              </a:defRPr>
            </a:pPr>
            <a:r>
              <a:t>• Many options for engagement with fans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DE80"/>
                </a:solidFill>
                <a:latin typeface="Calibri"/>
              </a:defRPr>
            </a:pPr>
            <a:r>
              <a:t>• Ability to search and find what she's looking for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Sarah's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Emotional Journey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228600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Opens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ADE80"/>
                </a:solidFill>
                <a:latin typeface="Calibri"/>
              </a:defRPr>
            </a:pPr>
            <a:r>
              <a:t>Hopeful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926080"/>
            <a:ext cx="365760" cy="3657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Scrolls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703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0A5FA"/>
                </a:solidFill>
                <a:latin typeface="Calibri"/>
              </a:defRPr>
            </a:pPr>
            <a:r>
              <a:t>Curious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3566160"/>
            <a:ext cx="365760" cy="36576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Sees Clutter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ACC15"/>
                </a:solidFill>
                <a:latin typeface="Calibri"/>
              </a:defRPr>
            </a:pPr>
            <a:r>
              <a:t>Annoyed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42062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Searches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9834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97316"/>
                </a:solidFill>
                <a:latin typeface="Calibri"/>
              </a:defRPr>
            </a:pPr>
            <a:r>
              <a:t>Frustrated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60" y="484632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Gives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5623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87171"/>
                </a:solidFill>
                <a:latin typeface="Calibri"/>
              </a:defRPr>
            </a:pPr>
            <a:r>
              <a:t>Defeated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Persona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50292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1371600" cy="1371600"/>
          </a:xfrm>
          <a:prstGeom prst="ellipse">
            <a:avLst/>
          </a:prstGeom>
          <a:solidFill>
            <a:srgbClr val="444444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Normal Nora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30 · Market Analyst · Stockholm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Most Used Apps: X, Instagram, Reddit &amp;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Normal Nora is a social human being, she likes to spend time with family and friends. Instagram is a great place for her, but it has a different use case when compared to 'X'. She feels that 'X' must allow friends to share textual ideas with each other and publicly.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Calibri"/>
              </a:defRPr>
            </a:pPr>
            <a:r>
              <a:t>• The feed does not have a specific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Calibri"/>
              </a:defRPr>
            </a:pPr>
            <a:r>
              <a:t>• Filtering in search lacks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Calibri"/>
              </a:defRPr>
            </a:pPr>
            <a:r>
              <a:t>• The messages tab is not very intuitive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DE80"/>
                </a:solidFill>
                <a:latin typeface="Calibri"/>
              </a:defRPr>
            </a:pPr>
            <a:r>
              <a:t>• Customisable feed with specific interests/profiles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DE80"/>
                </a:solidFill>
                <a:latin typeface="Calibri"/>
              </a:defRPr>
            </a:pPr>
            <a:r>
              <a:t>• Search filter with time, popularity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DE80"/>
                </a:solidFill>
                <a:latin typeface="Calibri"/>
              </a:defRPr>
            </a:pPr>
            <a:r>
              <a:t>• A friends tab in the feed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Nora's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Emotional Journey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2286000"/>
            <a:ext cx="365760" cy="3657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Opens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0A5FA"/>
                </a:solidFill>
                <a:latin typeface="Calibri"/>
              </a:defRPr>
            </a:pPr>
            <a:r>
              <a:t>Neutral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74320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Sees Random Posts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A78BFA"/>
                </a:solidFill>
                <a:latin typeface="Calibri"/>
              </a:defRPr>
            </a:pPr>
            <a:r>
              <a:t>Confused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3200400"/>
            <a:ext cx="365760" cy="36576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Tries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977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ACC15"/>
                </a:solidFill>
                <a:latin typeface="Calibri"/>
              </a:defRPr>
            </a:pPr>
            <a:r>
              <a:t>Annoyed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347472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Messages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251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97316"/>
                </a:solidFill>
                <a:latin typeface="Calibri"/>
              </a:defRPr>
            </a:pPr>
            <a:r>
              <a:t>Frustrated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60" y="301752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Switches to 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ADE80"/>
                </a:solidFill>
                <a:latin typeface="Calibri"/>
              </a:defRPr>
            </a:pPr>
            <a:r>
              <a:t>Relieved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3 Core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45720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888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Cluttered UI Design &amp; Redundant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87171"/>
                </a:solidFill>
                <a:latin typeface="Calibri"/>
              </a:defRPr>
            </a:pPr>
            <a:r>
              <a:t>"Too many symbols and buttons" —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87171"/>
                </a:solidFill>
                <a:latin typeface="Calibri"/>
              </a:defRPr>
            </a:pPr>
            <a:r>
              <a:t>"Like button size decreased, causes misclicks" — 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87171"/>
                </a:solidFill>
                <a:latin typeface="Calibri"/>
              </a:defRPr>
            </a:pPr>
            <a:r>
              <a:t>"Left side menu is still too crowded" — YouTube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888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Lack of Filters, Customization &amp;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ACC15"/>
                </a:solidFill>
                <a:latin typeface="Calibri"/>
              </a:defRPr>
            </a:pPr>
            <a:r>
              <a:t>"Can't search liked posts, have to scroll forever" — 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ACC15"/>
                </a:solidFill>
                <a:latin typeface="Calibri"/>
              </a:defRPr>
            </a:pPr>
            <a:r>
              <a:t>"Filtering in search lacks options" — 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ACC15"/>
                </a:solidFill>
                <a:latin typeface="Calibri"/>
              </a:defRPr>
            </a:pPr>
            <a:r>
              <a:t>"Notifications grouped with no filtering" — YouTube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8888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Lost User Trust: Forced AI &amp; Fake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83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0A5FA"/>
                </a:solidFill>
                <a:latin typeface="Calibri"/>
              </a:defRPr>
            </a:pPr>
            <a:r>
              <a:t>"Finding the Grok button was not easy, he hates the feature" —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0A5FA"/>
                </a:solidFill>
                <a:latin typeface="Calibri"/>
              </a:defRPr>
            </a:pPr>
            <a:r>
              <a:t>"I don't know what are the lists?? What is studio lab??" —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0A5FA"/>
                </a:solidFill>
                <a:latin typeface="Calibri"/>
              </a:defRPr>
            </a:pPr>
            <a:r>
              <a:t>"AI symbol was confusing, didn't know it was AI" — Interview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88888"/>
                </a:solidFill>
                <a:latin typeface="Consolas"/>
              </a:defRPr>
            </a:pPr>
            <a: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10972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402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888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Refining Information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418320" cy="10972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703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888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749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Cleaning Up the UI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937760"/>
            <a:ext cx="9418320" cy="109728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166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888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Add an AI-Customizable Feature to Filter 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X Team · Checkpoint 1 · DI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